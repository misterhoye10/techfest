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735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530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  ·  TRACK 3  ·  CASE STUDY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waits for you.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comes first.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active memory companion for WAEC &amp; JAMB students — on WhatsApp.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https://reca-study-companion.vercel.app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study hard. Then they forget what mattered.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Nigerian candidates prepare alone after school. They reread notes — but they don’t know what they’ve actually lost.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~1.95M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WASSCE candidates (2026 cycle)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~2.24M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 UTME registrations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61.5%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1838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pass incl. Eng + Maths — pressure, not certainty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starts with retention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“JUST USE CHATGPT”?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memory is not enough.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1A121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CHATGPT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when you ask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when you return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open another app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exam-triggered follow-up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→ quiz → grade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what you got wrong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you first on WhatsApp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WAEC/JAMB-framed practice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vs passive memory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— study companion that returns on its own.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sends a topic (or a past-question photo). Reca explains in plain exam language, asks two quick questions, grades instantly — then resurfaces weak spots unprompted.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app. No dashboard homework. WhatsApp is already the habit.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WhatsApp-native · free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EXECUTION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loop. Built end-to-end.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74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+ grade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60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9050">
            <a:solidFill>
              <a:srgbClr val="FB7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52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Unprompted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resurface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46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738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/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480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WhatsApp sync · Learn / Revise / Progress · 10 subjects · photo past-question · Meta Cloud API + Gemini with preset fallback.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product, not a mock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that teaches — then remembers.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explains WAEC/JAMB topics in plain language, builds 2 practice questions, grades answers, and can read a past-question photo.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DECISION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answers schedule a follow-up. Reca decides when to return — the student doesn’t open the chat to dig it up.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curriculum bank keeps the demo reliable if the model is offline. AI is the teacher; spaced recall is the product.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correctness-triggered 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 Reca with.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0E121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BUSINESS SUITE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Cloud API setup, phone number, and messaging for OTP + unprompted resurface.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0E12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03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56032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Explain, quiz, grade, and photo past-questions — the teaching brain of Reca.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0E121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160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ANTIGRAVITY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461772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agent for scaffolding and shipping the product loop faster.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9360" y="388620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0E121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4160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461772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for product design, UX polish, security harden, and deck/handoff work.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checklist: tools used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how Nigerian students already study.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After-school phone habit — not an in-school laptop fantasy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download friction on the channel they already use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“I read it” into “I still know it”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43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stack so a pilot doesn’t require paid infra day one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life · exam calendar demand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for students first. Paid where schools need visibility.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students stay free — low marginal AI cost per interaction.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schools &amp; tutorial centres — per-student / cohort plans + teacher progress view.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2860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0E121B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5146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301752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Exam-prep sponsors, NGOs, or telcos subsidise public-school students.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attempt history + WhatsApp distribution + WAEC/JAMB curriculum.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Post-fest roadmap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 &amp;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the product. Watch the aha.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companion (same memory loop): open Learn → ask a topic → miss one question → Reca comes back. WhatsApp is the stage hero — Reca messages first.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script: explain photosynthesis → wrong Q1 (mitochondria) → unprompted resurface → chloroplast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mode available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built Reca.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 &amp; UX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Talodabioluwa Paul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Experience, copy, flows, and the student-facing product system.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WHATSAPP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Folarin Oyewole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83680" y="32461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Meta Cloud API, memory loop, and deploy.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 · Track 3 · Case Study 2 · Participant ID BF-0933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two days on a free stack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with real students. Expand the syllabus. Keep coming first.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loop on WhatsApp + web. Live link ready for judges.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school / tutorial pilots · teacher progress view · broader WAEC coverage.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recognition and support to pilot Reca with real students for the next WAEC/JAMB cycle.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· AI for Everyday Life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735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530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waits for you.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comes first.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Talodabioluwa Paul · Folarin Oyewole · BF-0933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 — AI BuildFest 2026 Pitch Deck</dc:title>
  <dc:subject>PptxGenJS Presentation</dc:subject>
  <dc:creator>Reca</dc:creator>
  <cp:lastModifiedBy>Reca</cp:lastModifiedBy>
  <cp:revision>1</cp:revision>
  <dcterms:created xsi:type="dcterms:W3CDTF">2026-08-27T16:04:27Z</dcterms:created>
  <dcterms:modified xsi:type="dcterms:W3CDTF">2026-08-27T16:04:27Z</dcterms:modified>
</cp:coreProperties>
</file>