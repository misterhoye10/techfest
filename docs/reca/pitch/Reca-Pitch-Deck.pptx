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FB735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53035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BUILDFEST 2026  ·  TRACK 3  ·  CASE STUDY 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ChatGPT waits for you.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 comes first.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50292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active memory companion for WAEC &amp; JAMB students — on WhatsApp.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5778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· https://reca-study-companion.vercel.app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study hard. Then they forget what mattered.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Nigerian candidates prepare alone after school. They reread notes — but they don’t know what they’ve actually lost.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383280"/>
            <a:ext cx="54864" cy="1463040"/>
          </a:xfrm>
          <a:prstGeom prst="rect">
            <a:avLst/>
          </a:prstGeom>
          <a:solidFill>
            <a:srgbClr val="225AE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3832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~1.95M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868680" y="4069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WASSCE candidates (2026 cycle)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3383280"/>
            <a:ext cx="54864" cy="1463040"/>
          </a:xfrm>
          <a:prstGeom prst="rect">
            <a:avLst/>
          </a:prstGeom>
          <a:solidFill>
            <a:srgbClr val="225AEB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33832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~2.24M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26280" y="4069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JAMB UTME registrations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3383280"/>
            <a:ext cx="54864" cy="1463040"/>
          </a:xfrm>
          <a:prstGeom prst="rect">
            <a:avLst/>
          </a:prstGeom>
          <a:solidFill>
            <a:srgbClr val="225AEB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33832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61.5%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183880" y="4069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pass incl. Eng + Maths — pressure, not certainty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starts with retention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“JUST USE CHATGPT”?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Passive memory is not enough.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12080" cy="3657600"/>
          </a:xfrm>
          <a:prstGeom prst="roundRect">
            <a:avLst>
              <a:gd name="adj" fmla="val 3000"/>
            </a:avLst>
          </a:prstGeom>
          <a:solidFill>
            <a:srgbClr val="0E121B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0" y="2011680"/>
            <a:ext cx="5212080" cy="3657600"/>
          </a:xfrm>
          <a:prstGeom prst="roundRect">
            <a:avLst>
              <a:gd name="adj" fmla="val 3000"/>
            </a:avLst>
          </a:prstGeom>
          <a:solidFill>
            <a:srgbClr val="1A121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CHATGPT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when you ask
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when you return
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open another app
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exam-triggered follow-up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274320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→ quiz → grade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what you got wrong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you first on WhatsApp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WAEC/JAMB-framed practice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vs passive memory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 — study companion that returns on its own.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sends a topic (or a past-question photo). Reca explains in plain exam language, asks two quick questions, grades instantly — then resurfaces weak spots unprompted.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app. No dashboard homework. WhatsApp is already the habit.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WhatsApp-native · free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FUNCTIONALITY &amp; EXECUTION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loop. Built end-to-end.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2700">
            <a:solidFill>
              <a:srgbClr val="2228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88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2700">
            <a:solidFill>
              <a:srgbClr val="2228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88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880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74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2700">
            <a:solidFill>
              <a:srgbClr val="2228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66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+ grade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60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9050">
            <a:solidFill>
              <a:srgbClr val="FB73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452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Unprompted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resurface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646920" y="2103120"/>
            <a:ext cx="2103120" cy="2011680"/>
          </a:xfrm>
          <a:prstGeom prst="roundRect">
            <a:avLst>
              <a:gd name="adj" fmla="val 4545"/>
            </a:avLst>
          </a:prstGeom>
          <a:solidFill>
            <a:srgbClr val="0E121B"/>
          </a:solidFill>
          <a:ln w="12700">
            <a:solidFill>
              <a:srgbClr val="2228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46920" y="2331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738360" y="283464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/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4480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WhatsApp sync · Learn / Revise / Progress · 10 subjects · photo past-question · Meta Cloud API + Gemini with preset fallback.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product, not a mock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AI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that teaches — then remembers.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12080" cy="2560320"/>
          </a:xfrm>
          <a:prstGeom prst="roundRect">
            <a:avLst>
              <a:gd name="adj" fmla="val 4286"/>
            </a:avLst>
          </a:prstGeom>
          <a:solidFill>
            <a:srgbClr val="0E121B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0" y="2011680"/>
            <a:ext cx="5212080" cy="2560320"/>
          </a:xfrm>
          <a:prstGeom prst="roundRect">
            <a:avLst>
              <a:gd name="adj" fmla="val 4286"/>
            </a:avLst>
          </a:prstGeom>
          <a:solidFill>
            <a:srgbClr val="0E121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7432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explains WAEC/JAMB topics in plain language, builds 2 practice questions, grades answers, and can read a past-question photo.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DECISION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274320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answers schedule a follow-up. Reca decides when to return — the student doesn’t open the chat to dig it up.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 curriculum bank keeps the demo reliable if the model is offline. AI is the teacher; spaced recall is the product.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correctness-triggered memory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USEFULNESS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how Nigerian students already study.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3000" y="2286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After-school phone habit — not an in-school laptop fantasy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2971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download friction on the channel they already use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3657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“I read it” into “I still know it”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" y="43434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4343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stack so a pilot doesn’t require paid infra day one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life · exam calendar demand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LINK &amp;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the product. Watch the aha.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companion (same memory loop): open Learn → ask a topic → miss one question → Reca comes back. WhatsApp is the stage hero — Reca messages first.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5A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https://reca-study-companion.vercel.app/signup.html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script: explain photosynthesis → wrong Q1 (mitochondria) → unprompted resurface → chloroplast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mode available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BUILT RECA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Because explanations without follow-up still leave students alone.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didn’t set out to build “another chatbot.” We set out to close the gap between understanding a topic tonight and still owning it on exam day — on the phone students already hold after school.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BuildFest gave us two days. We shipped the full loop on a free stack — and the hero is still that unprompted return.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2 · AI for Everyday Life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with real students. Expand the syllabus. Keep coming first.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212080" cy="1645920"/>
          </a:xfrm>
          <a:prstGeom prst="roundRect">
            <a:avLst>
              <a:gd name="adj" fmla="val 6667"/>
            </a:avLst>
          </a:prstGeom>
          <a:solidFill>
            <a:srgbClr val="0E121B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0" y="2377440"/>
            <a:ext cx="5212080" cy="1645920"/>
          </a:xfrm>
          <a:prstGeom prst="roundRect">
            <a:avLst>
              <a:gd name="adj" fmla="val 6667"/>
            </a:avLst>
          </a:prstGeom>
          <a:solidFill>
            <a:srgbClr val="0E121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606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loop on WhatsApp + web. Live link ready for judges.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2606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301752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/ tutorial pilots · teacher progress view · broader WAEC coverage.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6F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waits for you. Reca comes first.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5A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https://reca-study-companion.vercel.app/signup.html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· Reca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0" y="64465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 — AI BuildFest 2026 Pitch Deck</dc:title>
  <dc:subject>PptxGenJS Presentation</dc:subject>
  <dc:creator>Reca</dc:creator>
  <cp:lastModifiedBy>Reca</cp:lastModifiedBy>
  <cp:revision>1</cp:revision>
  <dcterms:created xsi:type="dcterms:W3CDTF">2026-08-27T14:53:56Z</dcterms:created>
  <dcterms:modified xsi:type="dcterms:W3CDTF">2026-08-27T14:53:56Z</dcterms:modified>
</cp:coreProperties>
</file>