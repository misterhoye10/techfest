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/>
          </a:solidFill>
          <a:ln/>
        </p:spPr>
      </p:sp>
      <p:sp>
        <p:nvSpPr>
          <p:cNvPr id="3" name="Shape 1"/>
          <p:cNvSpPr/>
          <p:nvPr/>
        </p:nvSpPr>
        <p:spPr>
          <a:xfrm>
            <a:off x="5623560" y="1417320"/>
            <a:ext cx="960120" cy="960120"/>
          </a:xfrm>
          <a:prstGeom prst="roundRect">
            <a:avLst>
              <a:gd name="adj" fmla="val 19048"/>
            </a:avLst>
          </a:prstGeom>
          <a:solidFill>
            <a:srgbClr val="FB735B"/>
          </a:solidFill>
          <a:ln/>
        </p:spPr>
      </p:sp>
      <p:sp>
        <p:nvSpPr>
          <p:cNvPr id="4" name="Text 2"/>
          <p:cNvSpPr/>
          <p:nvPr/>
        </p:nvSpPr>
        <p:spPr>
          <a:xfrm>
            <a:off x="5623560" y="141732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2606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1371600" y="3520440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WAEC/JAMB study companion — active AI memory, not another chatbot that waits.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47548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· AI for Everyday Life · Case Study 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5120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Talodabioluwa Paul · Folarin Oyewole · BF-0933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5486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5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reca-study-companion.vercel.app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6263640"/>
            <a:ext cx="10972800" cy="0"/>
          </a:xfrm>
          <a:prstGeom prst="line">
            <a:avLst/>
          </a:prstGeom>
          <a:noFill/>
          <a:ln w="9525">
            <a:solidFill>
              <a:srgbClr val="1E24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63550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DECK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424160" y="63550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1148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B735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11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24128" y="4389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572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HOOK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2606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B7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IN ONE LINE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971800"/>
            <a:ext cx="10789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 waits.</a:t>
            </a:r>
            <a:endParaRPr lang="en-US" sz="3800" dirty="0"/>
          </a:p>
          <a:p>
            <a:pPr indent="0" marL="0">
              <a:buNone/>
            </a:pPr>
            <a:r>
              <a:rPr lang="en-US" sz="38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 comes first.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94360" y="461772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WhatsApp-native · explain → quiz → grade → unprompted resurface · live product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6263640"/>
            <a:ext cx="10972800" cy="0"/>
          </a:xfrm>
          <a:prstGeom prst="line">
            <a:avLst/>
          </a:prstGeom>
          <a:noFill/>
          <a:ln w="9525">
            <a:solidFill>
              <a:srgbClr val="1E24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63550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 · STUDY COMPANIONS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424160" y="63550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1148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B735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11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24128" y="4389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572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PERSONA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B7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BUILT FOR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234440"/>
            <a:ext cx="10789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After-school study on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their own phone.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94360" y="2331720"/>
            <a:ext cx="5440680" cy="3520440"/>
          </a:xfrm>
          <a:prstGeom prst="roundRect">
            <a:avLst>
              <a:gd name="adj" fmla="val 3117"/>
            </a:avLst>
          </a:prstGeom>
          <a:solidFill>
            <a:srgbClr val="1A1210"/>
          </a:solidFill>
          <a:ln w="15875">
            <a:solidFill>
              <a:srgbClr val="FB735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2331720"/>
            <a:ext cx="5440680" cy="3520440"/>
          </a:xfrm>
          <a:prstGeom prst="roundRect">
            <a:avLst>
              <a:gd name="adj" fmla="val 3117"/>
            </a:avLst>
          </a:prstGeom>
          <a:solidFill>
            <a:srgbClr val="0F131C"/>
          </a:solidFill>
          <a:ln w="9525">
            <a:solidFill>
              <a:srgbClr val="1E24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560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B7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· DEMO PERSONA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2880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Chiamaka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8680" y="3337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5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SS3 · 17 · WASSCE · Lagos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37033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school. Studies after school on WhatsApp.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5 credits incl. English &amp; Maths.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Frustration: can't tell what's actually sticking.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48920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read it and it makes sense — but past questions, I freeze."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46520" y="2560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5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PERSONA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46520" y="2880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Tobi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46520" y="3337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5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· JAMB repeat · part-time work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37033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Retaking UTME alone — no teacher to ask.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raise score for Computer Science.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Frustration: loses track of weak subjects.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6520" y="48920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"By the time I return to a topic, I've forgotten half of it."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6263640"/>
            <a:ext cx="10972800" cy="0"/>
          </a:xfrm>
          <a:prstGeom prst="line">
            <a:avLst/>
          </a:prstGeom>
          <a:noFill/>
          <a:ln w="9525">
            <a:solidFill>
              <a:srgbClr val="1E24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63550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OUT-OF-SCHOOL · PERSONAL PHONE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424160" y="63550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1148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B735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11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24128" y="4389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572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· 25% FIT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B7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234440"/>
            <a:ext cx="10789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study hard.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forget what mattered.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269748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Nigerian candidates prepare alone after school. They reread notes — but they don't know what they've actually lost until exam day.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1234440"/>
            <a:ext cx="5074920" cy="1234440"/>
          </a:xfrm>
          <a:prstGeom prst="roundRect">
            <a:avLst>
              <a:gd name="adj" fmla="val 8889"/>
            </a:avLst>
          </a:prstGeom>
          <a:solidFill>
            <a:srgbClr val="0F131C"/>
          </a:solidFill>
          <a:ln w="9525">
            <a:solidFill>
              <a:srgbClr val="1E24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234440"/>
            <a:ext cx="64008" cy="1234440"/>
          </a:xfrm>
          <a:prstGeom prst="rect">
            <a:avLst/>
          </a:prstGeom>
          <a:solidFill>
            <a:srgbClr val="225AEB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14173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~1.95M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720840" y="19202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WASSCE candidates — 2026 cycle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2651760"/>
            <a:ext cx="5074920" cy="1234440"/>
          </a:xfrm>
          <a:prstGeom prst="roundRect">
            <a:avLst>
              <a:gd name="adj" fmla="val 8889"/>
            </a:avLst>
          </a:prstGeom>
          <a:solidFill>
            <a:srgbClr val="0F131C"/>
          </a:solidFill>
          <a:ln w="9525">
            <a:solidFill>
              <a:srgbClr val="1E24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2651760"/>
            <a:ext cx="64008" cy="1234440"/>
          </a:xfrm>
          <a:prstGeom prst="rect">
            <a:avLst/>
          </a:prstGeom>
          <a:solidFill>
            <a:srgbClr val="225AEB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28346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~2.24M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720840" y="33375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JAMB UTME registrations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4069080"/>
            <a:ext cx="5074920" cy="1234440"/>
          </a:xfrm>
          <a:prstGeom prst="roundRect">
            <a:avLst>
              <a:gd name="adj" fmla="val 8889"/>
            </a:avLst>
          </a:prstGeom>
          <a:solidFill>
            <a:srgbClr val="0F131C"/>
          </a:solidFill>
          <a:ln w="9525">
            <a:solidFill>
              <a:srgbClr val="1E24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069080"/>
            <a:ext cx="64008" cy="1234440"/>
          </a:xfrm>
          <a:prstGeom prst="rect">
            <a:avLst/>
          </a:prstGeom>
          <a:solidFill>
            <a:srgbClr val="FB735B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42519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61.5%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720840" y="47548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pass incl. Eng + Maths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6263640"/>
            <a:ext cx="10972800" cy="0"/>
          </a:xfrm>
          <a:prstGeom prst="line">
            <a:avLst/>
          </a:prstGeom>
          <a:noFill/>
          <a:ln w="9525">
            <a:solidFill>
              <a:srgbClr val="1E24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63550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IS THE GAP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424160" y="63550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1148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B735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11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24128" y="4389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572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· 20%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B7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USE CHATGPT?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234440"/>
            <a:ext cx="10789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Passive memory is not enough.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2148840"/>
            <a:ext cx="5440680" cy="3520440"/>
          </a:xfrm>
          <a:prstGeom prst="roundRect">
            <a:avLst>
              <a:gd name="adj" fmla="val 3117"/>
            </a:avLst>
          </a:prstGeom>
          <a:solidFill>
            <a:srgbClr val="0F131C"/>
          </a:solidFill>
          <a:ln w="9525">
            <a:solidFill>
              <a:srgbClr val="1E24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2148840"/>
            <a:ext cx="5440680" cy="3520440"/>
          </a:xfrm>
          <a:prstGeom prst="roundRect">
            <a:avLst>
              <a:gd name="adj" fmla="val 3117"/>
            </a:avLst>
          </a:prstGeom>
          <a:solidFill>
            <a:srgbClr val="1A1210"/>
          </a:solidFill>
          <a:ln w="15875">
            <a:solidFill>
              <a:srgbClr val="FB73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423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CLAUDE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46520" y="2423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7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880360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Explain when you ask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Remember when you return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open another app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exam-triggered follow-up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880360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Explain → quiz → grade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Remembers wrong answers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Messages you first on WhatsApp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WAEC/JAMB-framed practice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6263640"/>
            <a:ext cx="10972800" cy="0"/>
          </a:xfrm>
          <a:prstGeom prst="line">
            <a:avLst/>
          </a:prstGeom>
          <a:noFill/>
          <a:ln w="9525">
            <a:solidFill>
              <a:srgbClr val="1E24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63550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VS PASSIVE MEMORY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424160" y="63550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1148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B735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11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24128" y="4389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572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B7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234440"/>
            <a:ext cx="10789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companion that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returns on its own.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2697480"/>
            <a:ext cx="5760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sends a topic or past-question photo. Reca explains, quizzes, grades — then resurfaces weak spots unprompted. No new app. WhatsApp is the habit.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2011680"/>
            <a:ext cx="4983480" cy="3840480"/>
          </a:xfrm>
          <a:prstGeom prst="roundRect">
            <a:avLst>
              <a:gd name="adj" fmla="val 2857"/>
            </a:avLst>
          </a:prstGeom>
          <a:solidFill>
            <a:srgbClr val="0F131C"/>
          </a:solidFill>
          <a:ln w="9525">
            <a:solidFill>
              <a:srgbClr val="1E24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2240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 · UNPROMPTED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12280" y="269748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005C4B"/>
          </a:solidFill>
          <a:ln/>
        </p:spPr>
      </p:sp>
      <p:sp>
        <p:nvSpPr>
          <p:cNvPr id="13" name="Text 11"/>
          <p:cNvSpPr/>
          <p:nvPr/>
        </p:nvSpPr>
        <p:spPr>
          <a:xfrm>
            <a:off x="6903720" y="2788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photosynthesis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12280" y="3337560"/>
            <a:ext cx="4389120" cy="685800"/>
          </a:xfrm>
          <a:prstGeom prst="roundRect">
            <a:avLst>
              <a:gd name="adj" fmla="val 10667"/>
            </a:avLst>
          </a:prstGeom>
          <a:solidFill>
            <a:srgbClr val="1F2C34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34564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— where does the light reaction happen?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4160520"/>
            <a:ext cx="4389120" cy="777240"/>
          </a:xfrm>
          <a:prstGeom prst="roundRect">
            <a:avLst>
              <a:gd name="adj" fmla="val 9412"/>
            </a:avLst>
          </a:prstGeom>
          <a:solidFill>
            <a:srgbClr val="1A2744"/>
          </a:solidFill>
          <a:ln w="12700">
            <a:solidFill>
              <a:srgbClr val="FB73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42519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B7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 COMES FIRST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903720" y="4526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E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Chloroplast — let's lock this in.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6263640"/>
            <a:ext cx="10972800" cy="0"/>
          </a:xfrm>
          <a:prstGeom prst="line">
            <a:avLst/>
          </a:prstGeom>
          <a:noFill/>
          <a:ln w="9525">
            <a:solidFill>
              <a:srgbClr val="1E24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63550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WHATSAPP-NATIVE · ZERO DOWNLOAD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424160" y="63550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1148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B735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11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24128" y="4389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572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· 10%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B7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234440"/>
            <a:ext cx="10789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loop. Built end-to-end.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097280" y="2606040"/>
            <a:ext cx="868680" cy="868680"/>
          </a:xfrm>
          <a:prstGeom prst="ellipse">
            <a:avLst/>
          </a:prstGeom>
          <a:solidFill>
            <a:srgbClr val="0F131C"/>
          </a:solidFill>
          <a:ln w="9525">
            <a:solidFill>
              <a:srgbClr val="1E24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606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2606040"/>
            <a:ext cx="868680" cy="868680"/>
          </a:xfrm>
          <a:prstGeom prst="ellipse">
            <a:avLst/>
          </a:prstGeom>
          <a:solidFill>
            <a:srgbClr val="0F131C"/>
          </a:solidFill>
          <a:ln w="9525">
            <a:solidFill>
              <a:srgbClr val="1E24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606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26080" y="3794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0" y="2606040"/>
            <a:ext cx="868680" cy="868680"/>
          </a:xfrm>
          <a:prstGeom prst="ellipse">
            <a:avLst/>
          </a:prstGeom>
          <a:solidFill>
            <a:srgbClr val="0F131C"/>
          </a:solidFill>
          <a:ln w="9525">
            <a:solidFill>
              <a:srgbClr val="1E24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606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12080" y="3794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+ grade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55280" y="2606040"/>
            <a:ext cx="1051560" cy="1051560"/>
          </a:xfrm>
          <a:prstGeom prst="ellipse">
            <a:avLst/>
          </a:prstGeom>
          <a:solidFill>
            <a:srgbClr val="2A1814"/>
          </a:solidFill>
          <a:ln w="19050">
            <a:solidFill>
              <a:srgbClr val="FB73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260604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7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0" y="3794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Resurface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241280" y="2606040"/>
            <a:ext cx="868680" cy="868680"/>
          </a:xfrm>
          <a:prstGeom prst="ellipse">
            <a:avLst/>
          </a:prstGeom>
          <a:solidFill>
            <a:srgbClr val="0F131C"/>
          </a:solidFill>
          <a:ln w="9525">
            <a:solidFill>
              <a:srgbClr val="1E24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41280" y="26060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784080" y="3794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45720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WhatsApp sync · Learn / Revise / Progress · 10 subjects · photo past-questions · preset fallback · shipped and live.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" y="6263640"/>
            <a:ext cx="10972800" cy="0"/>
          </a:xfrm>
          <a:prstGeom prst="line">
            <a:avLst/>
          </a:prstGeom>
          <a:noFill/>
          <a:ln w="9525">
            <a:solidFill>
              <a:srgbClr val="1E24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63550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PRODUCT — NOT A MOCK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424160" y="63550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1148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B735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11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24128" y="4389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572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SOLUTION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B7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AI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234440"/>
            <a:ext cx="10789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that teaches — then remembers.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2148840"/>
            <a:ext cx="5440680" cy="2423160"/>
          </a:xfrm>
          <a:prstGeom prst="roundRect">
            <a:avLst>
              <a:gd name="adj" fmla="val 4528"/>
            </a:avLst>
          </a:prstGeom>
          <a:solidFill>
            <a:srgbClr val="0F131C"/>
          </a:solidFill>
          <a:ln w="9525">
            <a:solidFill>
              <a:srgbClr val="1E24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2148840"/>
            <a:ext cx="5440680" cy="2423160"/>
          </a:xfrm>
          <a:prstGeom prst="roundRect">
            <a:avLst>
              <a:gd name="adj" fmla="val 4528"/>
            </a:avLst>
          </a:prstGeom>
          <a:solidFill>
            <a:srgbClr val="1A1210"/>
          </a:solidFill>
          <a:ln w="15875">
            <a:solidFill>
              <a:srgbClr val="FB73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423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46520" y="2423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7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DECISION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83464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explains WAEC/JAMB topics, builds 2 practice questions, grades answers, reads past-question photos.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283464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answers schedule follow-up. Reca decides when to return — student doesn't open chat to dig it up.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489204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 curriculum bank keeps demo reliable offline. AI is the teacher; spaced recall is the product.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6263640"/>
            <a:ext cx="10972800" cy="0"/>
          </a:xfrm>
          <a:prstGeom prst="line">
            <a:avLst/>
          </a:prstGeom>
          <a:noFill/>
          <a:ln w="9525">
            <a:solidFill>
              <a:srgbClr val="1E24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63550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CORRECTNESS-TRIGGERED MEMORY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424160" y="63550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1148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B735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11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24128" y="4389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572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 · REQUIRED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B7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234440"/>
            <a:ext cx="10789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 Reca with.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94360" y="2148840"/>
            <a:ext cx="5440680" cy="1691640"/>
          </a:xfrm>
          <a:prstGeom prst="roundRect">
            <a:avLst>
              <a:gd name="adj" fmla="val 6486"/>
            </a:avLst>
          </a:prstGeom>
          <a:solidFill>
            <a:srgbClr val="0F131C"/>
          </a:solidFill>
          <a:ln w="9525">
            <a:solidFill>
              <a:srgbClr val="1E24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37744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5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26517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 Business Suite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31089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Cloud API — OTP + unprompted resurface.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2148840"/>
            <a:ext cx="5440680" cy="1691640"/>
          </a:xfrm>
          <a:prstGeom prst="roundRect">
            <a:avLst>
              <a:gd name="adj" fmla="val 6486"/>
            </a:avLst>
          </a:prstGeom>
          <a:solidFill>
            <a:srgbClr val="0F131C"/>
          </a:solidFill>
          <a:ln w="9525">
            <a:solidFill>
              <a:srgbClr val="1E24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37744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5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37960" y="26517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Gemini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37960" y="31089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Explain, quiz, grade, photo past-questions.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4023360"/>
            <a:ext cx="5440680" cy="1691640"/>
          </a:xfrm>
          <a:prstGeom prst="roundRect">
            <a:avLst>
              <a:gd name="adj" fmla="val 6486"/>
            </a:avLst>
          </a:prstGeom>
          <a:solidFill>
            <a:srgbClr val="0F131C"/>
          </a:solidFill>
          <a:ln w="9525">
            <a:solidFill>
              <a:srgbClr val="1E24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2519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5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68680" y="45262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Antigravity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" y="49834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 and shipping the product loop.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4023360"/>
            <a:ext cx="5440680" cy="1691640"/>
          </a:xfrm>
          <a:prstGeom prst="roundRect">
            <a:avLst>
              <a:gd name="adj" fmla="val 6486"/>
            </a:avLst>
          </a:prstGeom>
          <a:solidFill>
            <a:srgbClr val="0F131C"/>
          </a:solidFill>
          <a:ln w="9525">
            <a:solidFill>
              <a:srgbClr val="1E24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4251960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5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37960" y="45262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Cursor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37960" y="49834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polish, security harden, deck and handoff.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" y="6263640"/>
            <a:ext cx="10972800" cy="0"/>
          </a:xfrm>
          <a:prstGeom prst="line">
            <a:avLst/>
          </a:prstGeom>
          <a:noFill/>
          <a:ln w="9525">
            <a:solidFill>
              <a:srgbClr val="1E24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63550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CHECKLIST COMPLETE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424160" y="63550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1148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B735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11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24128" y="4389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572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USEFULNESS · 25%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B7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234440"/>
            <a:ext cx="10789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how Nigerian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already study.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94360" y="2788920"/>
            <a:ext cx="320040" cy="320040"/>
          </a:xfrm>
          <a:prstGeom prst="ellipse">
            <a:avLst/>
          </a:prstGeom>
          <a:solidFill>
            <a:srgbClr val="1A3D28"/>
          </a:solidFill>
          <a:ln w="9525">
            <a:solidFill>
              <a:srgbClr val="25D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788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51560" y="27889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After-school phone habit — not an in-school laptop fantasy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3447288"/>
            <a:ext cx="320040" cy="320040"/>
          </a:xfrm>
          <a:prstGeom prst="ellipse">
            <a:avLst/>
          </a:prstGeom>
          <a:solidFill>
            <a:srgbClr val="1A3D28"/>
          </a:solidFill>
          <a:ln w="9525">
            <a:solidFill>
              <a:srgbClr val="25D3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4472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344728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download friction on the channel they already use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105656"/>
            <a:ext cx="320040" cy="320040"/>
          </a:xfrm>
          <a:prstGeom prst="ellipse">
            <a:avLst/>
          </a:prstGeom>
          <a:solidFill>
            <a:srgbClr val="1A3D28"/>
          </a:solidFill>
          <a:ln w="9525">
            <a:solidFill>
              <a:srgbClr val="25D3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1056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4105656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"I read it" into "I still know it"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" y="4764024"/>
            <a:ext cx="320040" cy="320040"/>
          </a:xfrm>
          <a:prstGeom prst="ellipse">
            <a:avLst/>
          </a:prstGeom>
          <a:solidFill>
            <a:srgbClr val="1A3D28"/>
          </a:solidFill>
          <a:ln w="9525">
            <a:solidFill>
              <a:srgbClr val="25D3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7640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4764024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stack — pilot without paid infra day one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6263640"/>
            <a:ext cx="10972800" cy="0"/>
          </a:xfrm>
          <a:prstGeom prst="line">
            <a:avLst/>
          </a:prstGeom>
          <a:noFill/>
          <a:ln w="9525">
            <a:solidFill>
              <a:srgbClr val="1E24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63550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LIFE · EXAM CALENDAR DEMAND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424160" y="63550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1148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B735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11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24128" y="4389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572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B7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234440"/>
            <a:ext cx="10789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for students.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Paid where schools need visibility.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94360" y="25146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0F131C"/>
          </a:solidFill>
          <a:ln w="9525">
            <a:solidFill>
              <a:srgbClr val="1E24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743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1546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stay free — low marginal AI cost.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25146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0F131C"/>
          </a:solidFill>
          <a:ln w="9525">
            <a:solidFill>
              <a:srgbClr val="1E24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743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B2B2C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31546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&amp; tutorials — cohort plans + teacher view.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92440" y="25146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0F131C"/>
          </a:solidFill>
          <a:ln w="9525">
            <a:solidFill>
              <a:srgbClr val="1E24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743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21040" y="31546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NGOs, telcos, brands subsidise public-school access.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9834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Moat: attempt history + WhatsApp distribution + WAEC/JAMB curriculum — not another generic chat.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6263640"/>
            <a:ext cx="10972800" cy="0"/>
          </a:xfrm>
          <a:prstGeom prst="line">
            <a:avLst/>
          </a:prstGeom>
          <a:noFill/>
          <a:ln w="9525">
            <a:solidFill>
              <a:srgbClr val="1E24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63550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POST-FEST ROADMAP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424160" y="63550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1148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B735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11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24128" y="4389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572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B7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NOW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234440"/>
            <a:ext cx="10789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the aha moment.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companion runs the same memory loop. WhatsApp is the stage hero — Reca messages first.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880360"/>
            <a:ext cx="7772400" cy="1920240"/>
          </a:xfrm>
          <a:prstGeom prst="roundRect">
            <a:avLst>
              <a:gd name="adj" fmla="val 5714"/>
            </a:avLst>
          </a:prstGeom>
          <a:solidFill>
            <a:srgbClr val="0F131C"/>
          </a:solidFill>
          <a:ln w="9525">
            <a:solidFill>
              <a:srgbClr val="1E24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461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5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https://reca-study-companion.vercel.app/signup.html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379476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explain photosynthesis → wrong Q1 → unprompted resurface → chloroplast. Guest mode available.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6263640"/>
            <a:ext cx="10972800" cy="0"/>
          </a:xfrm>
          <a:prstGeom prst="line">
            <a:avLst/>
          </a:prstGeom>
          <a:noFill/>
          <a:ln w="9525">
            <a:solidFill>
              <a:srgbClr val="1E24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63550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· GITHUB.COM/MISTERHOYE10/TECHFEST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424160" y="63550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1148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B735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11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24128" y="4389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572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B7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TWO DAYS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234440"/>
            <a:ext cx="10789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built Reca.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94360" y="2148840"/>
            <a:ext cx="5440680" cy="2514600"/>
          </a:xfrm>
          <a:prstGeom prst="roundRect">
            <a:avLst>
              <a:gd name="adj" fmla="val 4364"/>
            </a:avLst>
          </a:prstGeom>
          <a:solidFill>
            <a:srgbClr val="0F131C"/>
          </a:solidFill>
          <a:ln w="9525">
            <a:solidFill>
              <a:srgbClr val="1E24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2148840"/>
            <a:ext cx="5440680" cy="2514600"/>
          </a:xfrm>
          <a:prstGeom prst="roundRect">
            <a:avLst>
              <a:gd name="adj" fmla="val 4364"/>
            </a:avLst>
          </a:prstGeom>
          <a:solidFill>
            <a:srgbClr val="0F131C"/>
          </a:solidFill>
          <a:ln w="9525">
            <a:solidFill>
              <a:srgbClr val="1E24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423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 &amp; UX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2788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Talodabioluwa Paul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8680" y="33375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Experience, copy, flows, student-facing product system.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2423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WHATSAPP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46520" y="2788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Folarin Oyewole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46520" y="33375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Meta Cloud API, memory loop, deploy.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983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ID BF-0933 · Track 3 · Case Study 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6263640"/>
            <a:ext cx="10972800" cy="0"/>
          </a:xfrm>
          <a:prstGeom prst="line">
            <a:avLst/>
          </a:prstGeom>
          <a:noFill/>
          <a:ln w="9525">
            <a:solidFill>
              <a:srgbClr val="1E24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63550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+ ENGINEERING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424160" y="63550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1148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B735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11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24128" y="4389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572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B7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234440"/>
            <a:ext cx="10789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with real students.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coming first.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94360" y="2514600"/>
            <a:ext cx="5440680" cy="1508760"/>
          </a:xfrm>
          <a:prstGeom prst="roundRect">
            <a:avLst>
              <a:gd name="adj" fmla="val 7273"/>
            </a:avLst>
          </a:prstGeom>
          <a:solidFill>
            <a:srgbClr val="0F131C"/>
          </a:solidFill>
          <a:ln w="9525">
            <a:solidFill>
              <a:srgbClr val="1E24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2514600"/>
            <a:ext cx="5440680" cy="1508760"/>
          </a:xfrm>
          <a:prstGeom prst="roundRect">
            <a:avLst>
              <a:gd name="adj" fmla="val 7273"/>
            </a:avLst>
          </a:prstGeom>
          <a:solidFill>
            <a:srgbClr val="0F131C"/>
          </a:solidFill>
          <a:ln w="9525">
            <a:solidFill>
              <a:srgbClr val="1E24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31546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loop on WhatsApp + web. Live link ready for judges.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90 DAYS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46520" y="31546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school pilots · teacher progress view · broader WAEC coverage.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4343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recognition and support to pilot Reca with real students for the next WAEC/JAMB cycle.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6263640"/>
            <a:ext cx="10972800" cy="0"/>
          </a:xfrm>
          <a:prstGeom prst="line">
            <a:avLst/>
          </a:prstGeom>
          <a:noFill/>
          <a:ln w="9525">
            <a:solidFill>
              <a:srgbClr val="1E24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63550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2 · AI FOR EVERYDAY LIFE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424160" y="63550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90F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41148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B735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411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24128" y="4389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0" y="45720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· BF-0933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2697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B7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063240"/>
            <a:ext cx="10789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ChatGPT waits.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6F4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 comes first.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94360" y="470916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WAEC/JAMB study companion — active AI memory, not another chatbot that waits.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5349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5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reca-study-companion.vercel.app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5715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Talodabioluwa Paul · Folarin Oyewole · BF-0933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6263640"/>
            <a:ext cx="10972800" cy="0"/>
          </a:xfrm>
          <a:prstGeom prst="line">
            <a:avLst/>
          </a:prstGeom>
          <a:noFill/>
          <a:ln w="9525">
            <a:solidFill>
              <a:srgbClr val="1E24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63550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BUILDFEST 2026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424160" y="63550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E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Reca — AI BuildFest 2026</dc:title>
  <dc:subject>PptxGenJS Presentation</dc:subject>
  <dc:creator>Reca</dc:creator>
  <cp:lastModifiedBy>Reca</cp:lastModifiedBy>
  <cp:revision>1</cp:revision>
  <dcterms:created xsi:type="dcterms:W3CDTF">2026-08-27T18:45:44Z</dcterms:created>
  <dcterms:modified xsi:type="dcterms:W3CDTF">2026-08-27T18:45:44Z</dcterms:modified>
</cp:coreProperties>
</file>